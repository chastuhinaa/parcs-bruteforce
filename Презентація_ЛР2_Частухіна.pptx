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Тема — інтеграція з Google Compute Engine API. Я взяла задачу з першої лабораторної, паралельний brute-force у ПАРКС, і переписала розгортання кластера з bash-скрипта з gcloud і ssh на пряму роботу з API на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 першій лабі кластер піднімав bash-скрипт. Тут та сама задача — brute-force — але все розгортання зроблено через API: машини створюються одночасно, налаштовують себе самі, і ssh немає взагалі.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Compute Engine API — це REST API, через який керують віртуальними машинами. Я використала офіційну бібліотеку google-cloud-compute. Чотири групи ресурсів: instances, machineTypes і regions для квоти, firewalls. Автентифікація через ADC, тож ключів у коді немає.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Головна особливість API: кожен змінювальний метод повертає операцію. Запит insert приймається швидко, а сама машина створюється у фоні. Тому я спершу відправляю всі шість запитів, а потім чекаю операції — машини стартують одночасно.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Головне архітектурне рішення — машини взагалі не потребують ssh. Оркестратор пише конфіг через setMetadata, а машина читає його з сервера метаданих. У зворотний бік машина пише guest attributes — статус, результати, — а оркестратор їх читає. Правильний порядок запуску ПАРКС забезпечується тим, коли оркестратор дописує адреси.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 весь пайплайн по порядку. Спершу перевірка квоти, потім брандмауер, потім шість insert одразу. Демони звітують готовність, я читаю їхні адреси і передаю hosts-server, потім адресу hosts-server — застосунку. Теардаун у finally, тож виконується навіть після помилки.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Відео — повний прогін від запуску до видалення машин. ВСТАВИТИ ВІДЕО свого прогону (запис екрана Cloud Shell + консоль GCP).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Хронологія справжнього прогону. Сірі смуги — створення машин, блакитні — налаштування (найдовше Java), потім обчислення. ВСТАВИТИ свій timeline або скриншот; точні секунди — з власного прогону.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Під час обчислень оркестратор показує вивід застосунку наживо, хоча на машину ніхто не заходить. З першого разу це не запрацювало: агент Debian 12 не пересилає вивід startup-скриптів у порт. Я виправила так, що скрипт сам дублює вивід у порт з міткою PARCS|.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Оркестратор рахує кожен виклик. Більшість — опитування стану раз на п’ять секунд; це ціна моделі «питай, поки не готово». Решта — справжні дії. Точні числа друкує сам скрипт у кінці прогону (API call summary) — підставити зі свого запуску.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Цей слайд — перевірка, що кластер, піднятий через API, працює так само, як зібраний вручну в ЛР1. Код застосунку не змінювався, вхідні дані передано через метадані. Усі паралельні результати збіглися з послідовним.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 цей API застосовують. Terraform і Pulumi — обгортки над ним. Автомасштабування, CI/CD, пакетні обчислення — саме мій випадок. Контроль витрат через мітки, як моя команда delete.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Код на GitHub. Оркестратор містить усі виклики API, у теці startup — скрипти для трьох ролей. Запуск — одна команда. Режим --plan показує план, --delete прибирає машини.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Дякую за увагу, готова відповісти на запитання.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2563EB"/>
                </a:solidFill>
                <a:latin typeface="Calibri"/>
              </a:rPr>
              <a:t>Розгортання кластера ПАРКС через
Google Compute Engine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0233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555E6B"/>
                </a:solidFill>
              </a:rPr>
              <a:t>Хмарні обчислення — Лабораторна робота № 2 (PoC)</a:t>
            </a:r>
          </a:p>
          <a:p>
            <a:r>
              <a:rPr sz="1800">
                <a:solidFill>
                  <a:srgbClr val="1F2937"/>
                </a:solidFill>
              </a:rPr>
              <a:t>Частухіна Юлія, група ТТП-42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Calibri"/>
              </a:rPr>
              <a:t>Суть проєкту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Задача з ЛР1 — паралельне відновлення пароля за хешем на кластері ПАРКС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У ЛР1 кластер піднімав bash-скрипт: gcloud створював машини, кожна налаштовувалась через ssh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Це повільно і крихко: ssh на свіжу машину не працює перші десятки секунд, а pkill -f убивав власну ssh-сесію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Тут та сама задача розв’язана програмно через Compute Engine API: машини створюються паралельно, налаштовують себе самі, жодного ssh немає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Де застосовується: пакетні/наукові обчислення, тимчасові кластери під задачу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Calibri"/>
              </a:rPr>
              <a:t>Які API використовуються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Compute Engine API — REST API для керування ВМ Google Cloud (консоль, gcloud і Terraform — його клієнти)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Офіційна бібліотека google-cloud-compute (Python)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Задіяні ресурси: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– instances — самі машини (create, get, setMetadata, getGuestAttributes, getSerialPortOutput, delete)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– regions / machineTypes — читання квоти на процесори до створення машин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– firewalls — правило для трафіку всередині кластера (порти 2222, 3333)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Автентифікація через Application Default Credentials — ключів у коді немає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Calibri"/>
              </a:rPr>
              <a:t>Довгі операції (long-running operations)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Усі методи, що змінюють ресурси, повертають довгу операцію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insert відповідає за ~секунду, а машина створюється у фоні ще 25–30 секунд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Тому оркестратор спершу відправляє запити insert на всі 6 машин, а потім чекає завершення операцій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Результат: усі машини з’являються майже одночасно, а не по черзі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Calibri"/>
              </a:rPr>
              <a:t>Архітектура: взаємодія без ssh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Машини не потребують ssh — у кожної є сервер метаданих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Оркестратор → ВМ: ключі через setMetadata; скрипт на ВМ читає їх curl-ом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ВМ → оркестратор: статус, помилки, результати через guest attributes (getGuestAttributes)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Порядок запуску ПАРКС забезпечується тим, КОЛИ оркестратор дописує адреси: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– hosts-server отримує IP демонів лише коли всі демони звітували ready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– app отримує IP hosts-server лише коли той звітував ready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486400" cy="36864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937"/>
                </a:solidFill>
                <a:latin typeface="Calibri"/>
              </a:rPr>
              <a:t>Пайплайн викликів API (по порядку)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1. Перевірка квоти: regions.get + machineTypes.get (щоб не впасти посеред створення)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2. Правило брандмауера: firewalls.insert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3. Шість instances.insert одразу — кожна машина отримує свій startup-script у метаданих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4. Демони звітують ready через guest attributes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5. setMetadata(hosts-server, daemon-ips) → hosts-server стартує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6. setMetadata(app, hosts-server-ip) → обчислення стартують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7. Живий лог: getSerialPortOutput; результати: getGuestAttributes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8. У finally: instances.list(label) → instances.delete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Calibri"/>
              </a:rPr>
              <a:t>Демонстрація (відео)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Повний прогін: від запуску команди до видалення машин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Видно: одночасна поява машин у консолі, самозвітування про стан, живий лог обчислень, результати й таблиця викликів API, видалення машин наприкінці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B00000"/>
                </a:solidFill>
              </a:rPr>
              <a:t>↳ сюди вставити відео демонстрації прогону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Calibri"/>
              </a:rPr>
              <a:t>Хронологія прогону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Оркестратор пише timeline (створення / налаштування / обчислення)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Створення машин: усі 6 з’являються майже одночасно (запити ~7 с, машини — в межах ~1–2 с одна від одної)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Налаштування: найдовше — встановлення Java через apt-get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Кластер готовий після того, як hosts-server звітує ready; далі — обчислення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Для порівняння: у ЛР1 лише розгортання займало 10–15 хвилин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Calibri"/>
              </a:rPr>
              <a:t>Живий лог без входу на машину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getSerialPortOutput повертає вміст послідовного порту з позиції останнього читання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Видно послідовний прохід і як для 4 воркерів jar воркера йде на різні демони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Нюанс Debian 12: агент гостьової ОС не пересилає вивід startup-скриптів у порт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Рішення: startup-скрипт сам дублює свій вивід у порт із міткою PARCS|, а оркестратор відбирає лише ці рядки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Calibri"/>
              </a:rPr>
              <a:t>Статистика викликів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Оркестратор сам рахує кожен виклик і його затримку (клас Api)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Більшість викликів за прогін — опитування стану (getGuestAttributes / getSerialPortOutput раз на 5 с): ціна моделі «питай, поки не готово»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Справжні дії: 6 створень, 6 видалень, 2 записи метаданих, квота, брандмауер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Найповільніший виклик — insert (~1 с): це лише прийом запиту, не створення ВМ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У продакшені опитування замінюють подіями (Pub/Sub, вебхуки)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Calibri"/>
              </a:rPr>
              <a:t>Кластер через API працює як зібраний вручну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852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Тема роботи — саме API; brute-force тут навантаження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Код застосунку не змінювався: вхідні дані передано через метадані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Усі паралельні результати збіглися з послідовним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2937"/>
                </a:solidFill>
                <a:latin typeface="Calibri"/>
              </a:rPr>
              <a:t>• Прискорення (локальний прогін ЛР1):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92240" y="1463040"/>
          <a:ext cx="49377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Воркерів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Час, 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/>
                        <a:t>Прискорення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15,78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1,00×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7,42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2,12×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3,83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4,11×</a:t>
                      </a:r>
                    </a:p>
                  </a:txBody>
                  <a:tcPr/>
                </a:tc>
              </a:tr>
              <a:tr h="658368"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2,53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/>
                        <a:t>6,22×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Calibri"/>
              </a:rPr>
              <a:t>Де застосовують цей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Terraform і Pulumi — по суті обгортки над цим API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Автомасштабування: створювати воркери під чергу задач і видаляти після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CI/CD: тимчасове середовище на кожен pull request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Пакетні та наукові обчислення — мій випадок: кластер живе рівно стільки, скільки триває розрахунок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Контроль витрат: знаходити забуті машини за мітками (як робить delete)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Резервні копії: знімки дисків за розкладом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Calibri"/>
              </a:rPr>
              <a:t>Код проєкту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Оркестратор: cloud/parcs_cloud.py — усі виклики API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cloud/startup/ — скрипти для трьох ролей ПАРКС (daemon, hosts-server, app)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Запуск — одна команда: python parcs_cloud.py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--plan — показує JSON усіх запитів, нічого не створюючи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• --delete — знаходить і видаляє машини за міткою, якщо щось пішло не так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563EB"/>
                </a:solidFill>
              </a:rPr>
              <a:t>https://github.com/Chastuhinaa/parcs-bruteforce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563EB"/>
                </a:solidFill>
                <a:latin typeface="Calibri"/>
              </a:rPr>
              <a:t>Дякую за увагу!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